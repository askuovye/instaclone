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Urbanist SemiBold"/>
      <p:regular r:id="rId10"/>
      <p:bold r:id="rId11"/>
      <p:italic r:id="rId12"/>
      <p:boldItalic r:id="rId13"/>
    </p:embeddedFont>
    <p:embeddedFont>
      <p:font typeface="Urbanist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UrbanistSemiBold-bold.fntdata"/><Relationship Id="rId10" Type="http://schemas.openxmlformats.org/officeDocument/2006/relationships/font" Target="fonts/UrbanistSemiBold-regular.fntdata"/><Relationship Id="rId13" Type="http://schemas.openxmlformats.org/officeDocument/2006/relationships/font" Target="fonts/UrbanistSemiBold-boldItalic.fntdata"/><Relationship Id="rId12" Type="http://schemas.openxmlformats.org/officeDocument/2006/relationships/font" Target="fonts/Urbanist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Urbanist-bold.fntdata"/><Relationship Id="rId14" Type="http://schemas.openxmlformats.org/officeDocument/2006/relationships/font" Target="fonts/Urbanist-regular.fntdata"/><Relationship Id="rId17" Type="http://schemas.openxmlformats.org/officeDocument/2006/relationships/font" Target="fonts/Urbanist-boldItalic.fntdata"/><Relationship Id="rId16" Type="http://schemas.openxmlformats.org/officeDocument/2006/relationships/font" Target="fonts/Urbanist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9" Type="http://schemas.openxmlformats.org/officeDocument/2006/relationships/image" Target="../media/image10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305276" y="2567880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SOBRE O DESENVOLVEDOR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5619750" y="3539430"/>
            <a:ext cx="952500" cy="38100"/>
          </a:xfrm>
          <a:prstGeom prst="rect">
            <a:avLst/>
          </a:prstGeom>
          <a:solidFill>
            <a:srgbClr val="00D8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686050" y="3863280"/>
            <a:ext cx="681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90637" y="1943100"/>
            <a:ext cx="38100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09687" y="1962150"/>
            <a:ext cx="19431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6381750" y="2327374"/>
            <a:ext cx="5490686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8FF"/>
                </a:solidFill>
                <a:latin typeface="Urbanist"/>
                <a:ea typeface="Urbanist"/>
                <a:cs typeface="Urbanist"/>
                <a:sym typeface="Urbanist"/>
              </a:rPr>
              <a:t>Full-Stack Developer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381750" y="2832199"/>
            <a:ext cx="52293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Sou um </a:t>
            </a:r>
            <a:r>
              <a:rPr lang="en-US" sz="165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“</a:t>
            </a:r>
            <a:r>
              <a:rPr b="0" i="0" lang="en-US" sz="1650" u="none" cap="none" strike="noStrik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desenvolvedor</a:t>
            </a:r>
            <a:r>
              <a:rPr lang="en-US" sz="165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” estudante de Engenharia de Software</a:t>
            </a:r>
            <a:r>
              <a:rPr b="0" i="0" lang="en-US" sz="1650" u="none" cap="none" strike="noStrik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. </a:t>
            </a:r>
            <a:r>
              <a:rPr lang="en-US" sz="165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Com </a:t>
            </a:r>
            <a:r>
              <a:rPr lang="en-US" sz="165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experiência</a:t>
            </a:r>
            <a:r>
              <a:rPr lang="en-US" sz="1650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 em Aplicações Full stack com meus principais Frameworks sendo Laravel e Flutter</a:t>
            </a:r>
            <a:r>
              <a:rPr b="0" i="0" lang="en-US" sz="1650" u="none" cap="none" strike="noStrike">
                <a:solidFill>
                  <a:srgbClr val="8B949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381750" y="4160803"/>
            <a:ext cx="5229300" cy="22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7B72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 skills </a:t>
            </a:r>
            <a:r>
              <a:rPr lang="en-US">
                <a:solidFill>
                  <a:srgbClr val="79C0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>
              <a:solidFill>
                <a:srgbClr val="F0F6FC"/>
              </a:solidFill>
              <a:highlight>
                <a:srgbClr val="151B2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>
                <a:solidFill>
                  <a:srgbClr val="79C0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frontend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: [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'HTML'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'CSS'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'Flutter'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>
              <a:solidFill>
                <a:srgbClr val="F0F6FC"/>
              </a:solidFill>
              <a:highlight>
                <a:srgbClr val="151B2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>
                <a:solidFill>
                  <a:srgbClr val="79C0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backend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: [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'Python'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'APIs'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'Java'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>
              <a:solidFill>
                <a:srgbClr val="F0F6FC"/>
              </a:solidFill>
              <a:highlight>
                <a:srgbClr val="151B2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>
                <a:solidFill>
                  <a:srgbClr val="79C0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ai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: [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'Langchain'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'GroqAPI'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'Chatbots'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>
              <a:solidFill>
                <a:srgbClr val="F0F6FC"/>
              </a:solidFill>
              <a:highlight>
                <a:srgbClr val="151B2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>
                <a:solidFill>
                  <a:srgbClr val="79C0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learning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: [</a:t>
            </a:r>
            <a:r>
              <a:rPr lang="en-US">
                <a:solidFill>
                  <a:srgbClr val="A5D6FF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'sempre explorando algo novo'</a:t>
            </a: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>
              <a:solidFill>
                <a:srgbClr val="F0F6FC"/>
              </a:solidFill>
              <a:highlight>
                <a:srgbClr val="151B2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52400" marR="15240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F0F6FC"/>
                </a:solidFill>
                <a:highlight>
                  <a:srgbClr val="151B23"/>
                </a:highlight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>
              <a:solidFill>
                <a:srgbClr val="F0F6FC"/>
              </a:solidFill>
              <a:highlight>
                <a:srgbClr val="151B2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8B949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QUEM É?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581025" y="581025"/>
            <a:ext cx="38100" cy="457200"/>
          </a:xfrm>
          <a:prstGeom prst="rect">
            <a:avLst/>
          </a:prstGeom>
          <a:solidFill>
            <a:srgbClr val="00D8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1025" y="1962150"/>
            <a:ext cx="5365725" cy="387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5" name="Google Shape;10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305276" y="2781300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VISÃO GERAL DO PROJETO</a:t>
            </a:r>
            <a:endParaRPr/>
          </a:p>
        </p:txBody>
      </p:sp>
      <p:sp>
        <p:nvSpPr>
          <p:cNvPr id="107" name="Google Shape;107;p15"/>
          <p:cNvSpPr/>
          <p:nvPr/>
        </p:nvSpPr>
        <p:spPr>
          <a:xfrm>
            <a:off x="5619750" y="3752850"/>
            <a:ext cx="952500" cy="38100"/>
          </a:xfrm>
          <a:prstGeom prst="rect">
            <a:avLst/>
          </a:prstGeom>
          <a:solidFill>
            <a:srgbClr val="00D8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Tecnologias Usadas</a:t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581025" y="581025"/>
            <a:ext cx="38100" cy="457200"/>
          </a:xfrm>
          <a:prstGeom prst="rect">
            <a:avLst/>
          </a:prstGeom>
          <a:solidFill>
            <a:srgbClr val="00D8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50" y="1340538"/>
            <a:ext cx="3087160" cy="185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1550" y="1593505"/>
            <a:ext cx="1622025" cy="1599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71600" y="1582150"/>
            <a:ext cx="1622025" cy="162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8125" y="3490650"/>
            <a:ext cx="1622025" cy="162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81038" y="3532900"/>
            <a:ext cx="2278000" cy="139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984625" y="3429000"/>
            <a:ext cx="1175983" cy="1759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658712" y="3356025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656585" y="1582147"/>
            <a:ext cx="1622025" cy="162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676375" y="3350125"/>
            <a:ext cx="1759050" cy="175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