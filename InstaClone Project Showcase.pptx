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Urbanist SemiBold"/>
      <p:regular r:id="rId11"/>
      <p:bold r:id="rId12"/>
      <p:italic r:id="rId13"/>
      <p:boldItalic r:id="rId14"/>
    </p:embeddedFont>
    <p:embeddedFont>
      <p:font typeface="Urbanist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UrbanistSemiBold-regular.fntdata"/><Relationship Id="rId10" Type="http://schemas.openxmlformats.org/officeDocument/2006/relationships/slide" Target="slides/slide5.xml"/><Relationship Id="rId13" Type="http://schemas.openxmlformats.org/officeDocument/2006/relationships/font" Target="fonts/UrbanistSemiBold-italic.fntdata"/><Relationship Id="rId12" Type="http://schemas.openxmlformats.org/officeDocument/2006/relationships/font" Target="fonts/Urbanist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Urbanist-regular.fntdata"/><Relationship Id="rId14" Type="http://schemas.openxmlformats.org/officeDocument/2006/relationships/font" Target="fonts/UrbanistSemiBold-boldItalic.fntdata"/><Relationship Id="rId17" Type="http://schemas.openxmlformats.org/officeDocument/2006/relationships/font" Target="fonts/Urbanist-italic.fntdata"/><Relationship Id="rId16" Type="http://schemas.openxmlformats.org/officeDocument/2006/relationships/font" Target="fonts/Urbanis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Urbanis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ad58174c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dad58174ca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11" Type="http://schemas.openxmlformats.org/officeDocument/2006/relationships/image" Target="../media/image14.png"/><Relationship Id="rId10" Type="http://schemas.openxmlformats.org/officeDocument/2006/relationships/image" Target="../media/image6.png"/><Relationship Id="rId9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11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5276" y="2567880"/>
            <a:ext cx="1158144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SOBRE O DESENVOLVEDOR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619750" y="3539430"/>
            <a:ext cx="952500" cy="38100"/>
          </a:xfrm>
          <a:prstGeom prst="rect">
            <a:avLst/>
          </a:prstGeom>
          <a:solidFill>
            <a:srgbClr val="00D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686050" y="3863280"/>
            <a:ext cx="6819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0637" y="1943100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9687" y="1962150"/>
            <a:ext cx="19431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6381750" y="2327374"/>
            <a:ext cx="549068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D8FF"/>
                </a:solidFill>
                <a:latin typeface="Urbanist"/>
                <a:ea typeface="Urbanist"/>
                <a:cs typeface="Urbanist"/>
                <a:sym typeface="Urbanist"/>
              </a:rPr>
              <a:t>Full-Stack Developer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381750" y="2832199"/>
            <a:ext cx="52293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Sou um </a:t>
            </a:r>
            <a:r>
              <a:rPr lang="en-US" sz="165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“</a:t>
            </a:r>
            <a:r>
              <a:rPr b="0" i="0" lang="en-US" sz="16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desenvolvedor</a:t>
            </a:r>
            <a:r>
              <a:rPr lang="en-US" sz="165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” estudante de Engenharia de Software</a:t>
            </a:r>
            <a:r>
              <a:rPr b="0" i="0" lang="en-US" sz="16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. </a:t>
            </a:r>
            <a:r>
              <a:rPr lang="en-US" sz="165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Com </a:t>
            </a:r>
            <a:r>
              <a:rPr lang="en-US" sz="165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experiência</a:t>
            </a:r>
            <a:r>
              <a:rPr lang="en-US" sz="1650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em Aplicações Full stack com meus principais Frameworks sendo Laravel e Flutter</a:t>
            </a:r>
            <a:r>
              <a:rPr b="0" i="0" lang="en-US" sz="16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381750" y="4160803"/>
            <a:ext cx="5229300" cy="22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7B72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>
                <a:solidFill>
                  <a:srgbClr val="F0F6FC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 skills </a:t>
            </a:r>
            <a:r>
              <a:rPr lang="en-US">
                <a:solidFill>
                  <a:srgbClr val="79C0FF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>
                <a:solidFill>
                  <a:srgbClr val="F0F6FC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>
              <a:solidFill>
                <a:srgbClr val="F0F6FC"/>
              </a:solidFill>
              <a:highlight>
                <a:srgbClr val="151B2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0F6FC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>
                <a:solidFill>
                  <a:srgbClr val="79C0FF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frontend</a:t>
            </a:r>
            <a:r>
              <a:rPr lang="en-US">
                <a:solidFill>
                  <a:srgbClr val="F0F6FC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: [</a:t>
            </a:r>
            <a:r>
              <a:rPr lang="en-US">
                <a:solidFill>
                  <a:srgbClr val="A5D6FF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'HTML'</a:t>
            </a:r>
            <a:r>
              <a:rPr lang="en-US">
                <a:solidFill>
                  <a:srgbClr val="F0F6FC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>
                <a:solidFill>
                  <a:srgbClr val="A5D6FF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'CSS'</a:t>
            </a:r>
            <a:r>
              <a:rPr lang="en-US">
                <a:solidFill>
                  <a:srgbClr val="F0F6FC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>
                <a:solidFill>
                  <a:srgbClr val="A5D6FF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'Flutter'</a:t>
            </a:r>
            <a:r>
              <a:rPr lang="en-US">
                <a:solidFill>
                  <a:srgbClr val="F0F6FC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>
              <a:solidFill>
                <a:srgbClr val="F0F6FC"/>
              </a:solidFill>
              <a:highlight>
                <a:srgbClr val="151B2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0F6FC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>
                <a:solidFill>
                  <a:srgbClr val="79C0FF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backend</a:t>
            </a:r>
            <a:r>
              <a:rPr lang="en-US">
                <a:solidFill>
                  <a:srgbClr val="F0F6FC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: [</a:t>
            </a:r>
            <a:r>
              <a:rPr lang="en-US">
                <a:solidFill>
                  <a:srgbClr val="A5D6FF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'Python'</a:t>
            </a:r>
            <a:r>
              <a:rPr lang="en-US">
                <a:solidFill>
                  <a:srgbClr val="F0F6FC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>
                <a:solidFill>
                  <a:srgbClr val="A5D6FF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'APIs'</a:t>
            </a:r>
            <a:r>
              <a:rPr lang="en-US">
                <a:solidFill>
                  <a:srgbClr val="F0F6FC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>
                <a:solidFill>
                  <a:srgbClr val="A5D6FF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'Java'</a:t>
            </a:r>
            <a:r>
              <a:rPr lang="en-US">
                <a:solidFill>
                  <a:srgbClr val="F0F6FC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>
              <a:solidFill>
                <a:srgbClr val="F0F6FC"/>
              </a:solidFill>
              <a:highlight>
                <a:srgbClr val="151B2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0F6FC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>
                <a:solidFill>
                  <a:srgbClr val="79C0FF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ai</a:t>
            </a:r>
            <a:r>
              <a:rPr lang="en-US">
                <a:solidFill>
                  <a:srgbClr val="F0F6FC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: [</a:t>
            </a:r>
            <a:r>
              <a:rPr lang="en-US">
                <a:solidFill>
                  <a:srgbClr val="A5D6FF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'Langchain'</a:t>
            </a:r>
            <a:r>
              <a:rPr lang="en-US">
                <a:solidFill>
                  <a:srgbClr val="F0F6FC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>
                <a:solidFill>
                  <a:srgbClr val="A5D6FF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'GroqAPI'</a:t>
            </a:r>
            <a:r>
              <a:rPr lang="en-US">
                <a:solidFill>
                  <a:srgbClr val="F0F6FC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>
                <a:solidFill>
                  <a:srgbClr val="A5D6FF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'Chatbots'</a:t>
            </a:r>
            <a:r>
              <a:rPr lang="en-US">
                <a:solidFill>
                  <a:srgbClr val="F0F6FC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>
              <a:solidFill>
                <a:srgbClr val="F0F6FC"/>
              </a:solidFill>
              <a:highlight>
                <a:srgbClr val="151B2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0F6FC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>
                <a:solidFill>
                  <a:srgbClr val="79C0FF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learning</a:t>
            </a:r>
            <a:r>
              <a:rPr lang="en-US">
                <a:solidFill>
                  <a:srgbClr val="F0F6FC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: [</a:t>
            </a:r>
            <a:r>
              <a:rPr lang="en-US">
                <a:solidFill>
                  <a:srgbClr val="A5D6FF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'sempre explorando algo novo'</a:t>
            </a:r>
            <a:r>
              <a:rPr lang="en-US">
                <a:solidFill>
                  <a:srgbClr val="F0F6FC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>
              <a:solidFill>
                <a:srgbClr val="F0F6FC"/>
              </a:solidFill>
              <a:highlight>
                <a:srgbClr val="151B2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52400" marR="152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F0F6FC"/>
                </a:solidFill>
                <a:highlight>
                  <a:srgbClr val="151B23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>
              <a:solidFill>
                <a:srgbClr val="F0F6FC"/>
              </a:solidFill>
              <a:highlight>
                <a:srgbClr val="151B2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8B949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771525" y="581025"/>
            <a:ext cx="1138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QUEM É?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81025" y="581025"/>
            <a:ext cx="38100" cy="457200"/>
          </a:xfrm>
          <a:prstGeom prst="rect">
            <a:avLst/>
          </a:prstGeom>
          <a:solidFill>
            <a:srgbClr val="00D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1025" y="1962150"/>
            <a:ext cx="5365725" cy="387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305276" y="2781300"/>
            <a:ext cx="1158144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VISÃO GERAL DO PROJETO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5619750" y="3752850"/>
            <a:ext cx="952500" cy="38100"/>
          </a:xfrm>
          <a:prstGeom prst="rect">
            <a:avLst/>
          </a:prstGeom>
          <a:solidFill>
            <a:srgbClr val="00D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/>
        </p:nvSpPr>
        <p:spPr>
          <a:xfrm>
            <a:off x="771525" y="581025"/>
            <a:ext cx="1138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Tecnologias Usadas</a:t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581025" y="581025"/>
            <a:ext cx="38100" cy="457200"/>
          </a:xfrm>
          <a:prstGeom prst="rect">
            <a:avLst/>
          </a:prstGeom>
          <a:solidFill>
            <a:srgbClr val="00D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950" y="1340538"/>
            <a:ext cx="3087160" cy="185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1550" y="1593505"/>
            <a:ext cx="1622025" cy="1599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71600" y="1582150"/>
            <a:ext cx="1622025" cy="162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8125" y="3490650"/>
            <a:ext cx="1622025" cy="162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81038" y="3532900"/>
            <a:ext cx="2278000" cy="139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984625" y="3429000"/>
            <a:ext cx="1175983" cy="175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658712" y="3356025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656585" y="1582147"/>
            <a:ext cx="1622025" cy="162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676375" y="3350125"/>
            <a:ext cx="1759050" cy="175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 txBox="1"/>
          <p:nvPr/>
        </p:nvSpPr>
        <p:spPr>
          <a:xfrm>
            <a:off x="771525" y="581025"/>
            <a:ext cx="11381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Notificações em</a:t>
            </a:r>
            <a:endParaRPr sz="3000">
              <a:solidFill>
                <a:srgbClr val="FFFFFF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funcionamento</a:t>
            </a:r>
            <a:endParaRPr sz="3000">
              <a:solidFill>
                <a:srgbClr val="FFFFFF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581025" y="581025"/>
            <a:ext cx="38100" cy="457200"/>
          </a:xfrm>
          <a:prstGeom prst="rect">
            <a:avLst/>
          </a:prstGeom>
          <a:solidFill>
            <a:srgbClr val="00D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6750" y="-64763"/>
            <a:ext cx="6230250" cy="6987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